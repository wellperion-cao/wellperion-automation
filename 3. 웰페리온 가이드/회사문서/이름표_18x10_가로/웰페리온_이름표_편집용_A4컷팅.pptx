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59675" cy="1069181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67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3697971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946795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 dirty="0" err="1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</a:t>
            </a:r>
            <a:r>
              <a:rPr sz="850" b="0" i="0" spc="50" dirty="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850" b="0" i="0" spc="50" dirty="0" err="1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완성</a:t>
            </a:r>
            <a:r>
              <a:rPr sz="850" b="0" i="0" spc="50" dirty="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, </a:t>
            </a:r>
            <a:r>
              <a:rPr sz="850" b="0" i="0" spc="50" dirty="0" err="1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웰페리온</a:t>
            </a:r>
            <a:endParaRPr sz="850" b="0" i="0" spc="50" dirty="0">
              <a:solidFill>
                <a:srgbClr val="B79F8A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황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용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석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팀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장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44000" y="3229902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455999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남·여 주임팀 관리 · 외곽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Picture 2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186200" y="7254000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중간조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8485972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734796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이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연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희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반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장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44000" y="8017903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0000" y="8244000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여 주임팀 관리 · 여 사우나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6200" y="2465999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오픈조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97971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46795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천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진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석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주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임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44000" y="3229902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3455999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남 사우나 관리자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" name="Picture 23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186200" y="7254000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중간조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485972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8734796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김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유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정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주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임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44000" y="8017903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8244000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남 사우나 관리자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6200" y="2465999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8B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마감조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97971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46795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박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남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일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주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임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44000" y="3229902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3455999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남 사우나 관리자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" name="Picture 23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186200" y="7254000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오픈조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485972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8734796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우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춘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화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주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임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44000" y="8017903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8244000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여 사우나 관리자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6200" y="2465999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8B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마감조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97971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46795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김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미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영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주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임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44000" y="3229902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3455999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여 사우나 관리자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" name="Picture 23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186200" y="7254000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8B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마감조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485972"/>
            <a:ext cx="2304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layfair Display"/>
              </a:rPr>
              <a:t>A Day, Well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8734796"/>
            <a:ext cx="23040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하루의 완성, 웰페리온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이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경</a:t>
            </a:r>
            <a:r>
              <a:rPr lang="en-US"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미</a:t>
            </a:r>
            <a:endParaRPr sz="5200" b="1" i="0" dirty="0">
              <a:solidFill>
                <a:srgbClr val="221F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주</a:t>
            </a:r>
            <a:r>
              <a:rPr lang="en-US"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임</a:t>
            </a:r>
            <a:endParaRPr sz="2000" b="1" i="0" dirty="0">
              <a:solidFill>
                <a:srgbClr val="C9A96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44000" y="8017903"/>
            <a:ext cx="4176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담 당   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8244000"/>
            <a:ext cx="3744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여 사우나 관리자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000" y="2465999"/>
            <a:ext cx="1458000" cy="324000"/>
          </a:xfrm>
          <a:prstGeom prst="roundRect">
            <a:avLst>
              <a:gd name="adj" fmla="val 50000"/>
            </a:avLst>
          </a:prstGeom>
          <a:solidFill>
            <a:srgbClr val="2C4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Pretendard"/>
                <a:ea typeface="Pretendard"/>
                <a:cs typeface="Pretendard"/>
              </a:rPr>
              <a:t>경영지원부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89999"/>
            <a:ext cx="23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Playfair Display"/>
                <a:ea typeface="Playfair Display"/>
                <a:cs typeface="Playfair Display"/>
              </a:rPr>
              <a:t>A Day, Well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31198"/>
            <a:ext cx="2304000" cy="1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Pretendard"/>
                <a:ea typeface="Pretendard"/>
                <a:cs typeface="Pretendard"/>
              </a:rPr>
              <a:t>하루의 완성, 웰페리온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김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남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욱</a:t>
            </a:r>
            <a:endParaRPr sz="5200" b="1" i="0" dirty="0">
              <a:solidFill>
                <a:srgbClr val="221F2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G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M</a:t>
            </a:r>
            <a:endParaRPr sz="2000" b="1" i="0" dirty="0">
              <a:solidFill>
                <a:srgbClr val="C9A9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4000" y="3203999"/>
            <a:ext cx="41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Pretendard"/>
                <a:ea typeface="Pretendard"/>
                <a:cs typeface="Pretendard"/>
              </a:rPr>
              <a:t>담 당  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3455999"/>
            <a:ext cx="3744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총괄 운영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63000" y="7254000"/>
            <a:ext cx="1458000" cy="324000"/>
          </a:xfrm>
          <a:prstGeom prst="roundRect">
            <a:avLst>
              <a:gd name="adj" fmla="val 50000"/>
            </a:avLst>
          </a:prstGeom>
          <a:solidFill>
            <a:srgbClr val="2C4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Pretendard"/>
                <a:ea typeface="Pretendard"/>
                <a:cs typeface="Pretendard"/>
              </a:rPr>
              <a:t>경영지원부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478000"/>
            <a:ext cx="23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Playfair Display"/>
                <a:ea typeface="Playfair Display"/>
                <a:cs typeface="Playfair Display"/>
              </a:rPr>
              <a:t>A Day, Well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8719199"/>
            <a:ext cx="2304000" cy="1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Pretendard"/>
                <a:ea typeface="Pretendard"/>
                <a:cs typeface="Pretendard"/>
              </a:rPr>
              <a:t>하루의 완성, 웰페리온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나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우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열</a:t>
            </a:r>
            <a:endParaRPr sz="5200" b="1" i="0" dirty="0">
              <a:solidFill>
                <a:srgbClr val="221F2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매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니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저</a:t>
            </a:r>
            <a:endParaRPr sz="2000" b="1" i="0" dirty="0">
              <a:solidFill>
                <a:srgbClr val="C9A9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44000" y="7992000"/>
            <a:ext cx="41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Pretendard"/>
                <a:ea typeface="Pretendard"/>
                <a:cs typeface="Pretendard"/>
              </a:rPr>
              <a:t>담 당   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8244000"/>
            <a:ext cx="3744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인사(직원&amp;파트너팀) 및 운영 지출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6200" y="2465999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Pretendard"/>
                <a:ea typeface="Pretendard"/>
                <a:cs typeface="Pretendard"/>
              </a:rPr>
              <a:t>운영부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89999"/>
            <a:ext cx="23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Playfair Display"/>
                <a:ea typeface="Playfair Display"/>
                <a:cs typeface="Playfair Display"/>
              </a:rPr>
              <a:t>A Day, Well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31198"/>
            <a:ext cx="2304000" cy="1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Pretendard"/>
                <a:ea typeface="Pretendard"/>
                <a:cs typeface="Pretendard"/>
              </a:rPr>
              <a:t>하루의 완성, 웰페리온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경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연</a:t>
            </a:r>
            <a:endParaRPr sz="5200" b="1" i="0" dirty="0">
              <a:solidFill>
                <a:srgbClr val="221F2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실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장</a:t>
            </a:r>
            <a:endParaRPr sz="2000" b="1" i="0" dirty="0">
              <a:solidFill>
                <a:srgbClr val="C9A9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4000" y="3203999"/>
            <a:ext cx="41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Pretendard"/>
                <a:ea typeface="Pretendard"/>
                <a:cs typeface="Pretendard"/>
              </a:rPr>
              <a:t>담 당  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3455999"/>
            <a:ext cx="3744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운영 및 멤버십 상품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186200" y="7254000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Pretendard"/>
                <a:ea typeface="Pretendard"/>
                <a:cs typeface="Pretendard"/>
              </a:rPr>
              <a:t>운영부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478000"/>
            <a:ext cx="23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Playfair Display"/>
                <a:ea typeface="Playfair Display"/>
                <a:cs typeface="Playfair Display"/>
              </a:rPr>
              <a:t>A Day, Well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8719199"/>
            <a:ext cx="2304000" cy="1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Pretendard"/>
                <a:ea typeface="Pretendard"/>
                <a:cs typeface="Pretendard"/>
              </a:rPr>
              <a:t>하루의 완성, 웰페리온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최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준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용</a:t>
            </a:r>
            <a:endParaRPr sz="5200" b="1" i="0" dirty="0">
              <a:solidFill>
                <a:srgbClr val="221F2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매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니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저</a:t>
            </a:r>
            <a:endParaRPr sz="2000" b="1" i="0" dirty="0">
              <a:solidFill>
                <a:srgbClr val="C9A9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44000" y="7992000"/>
            <a:ext cx="41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Pretendard"/>
                <a:ea typeface="Pretendard"/>
                <a:cs typeface="Pretendard"/>
              </a:rPr>
              <a:t>담 당   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8244000"/>
            <a:ext cx="3744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운영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1007999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1709999"/>
            <a:ext cx="1620000" cy="2465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6200" y="2465999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Pretendard"/>
                <a:ea typeface="Pretendard"/>
                <a:cs typeface="Pretendard"/>
              </a:rPr>
              <a:t>운영부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89999"/>
            <a:ext cx="23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Playfair Display"/>
                <a:ea typeface="Playfair Display"/>
                <a:cs typeface="Playfair Display"/>
              </a:rPr>
              <a:t>A Day, Well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31198"/>
            <a:ext cx="2304000" cy="1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Pretendard"/>
                <a:ea typeface="Pretendard"/>
                <a:cs typeface="Pretendard"/>
              </a:rPr>
              <a:t>하루의 완성, 웰페리온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51984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 spc="250" dirty="0" smtClean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sz="650" b="0" i="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000" y="1687890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임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정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은</a:t>
            </a:r>
            <a:endParaRPr sz="5200" b="1" i="0" dirty="0">
              <a:solidFill>
                <a:srgbClr val="221F2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4000" y="2564110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매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니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저</a:t>
            </a:r>
            <a:endParaRPr sz="2000" b="1" i="0" dirty="0">
              <a:solidFill>
                <a:srgbClr val="C9A9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6000" y="3023998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4000" y="3203999"/>
            <a:ext cx="41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Pretendard"/>
                <a:ea typeface="Pretendard"/>
                <a:cs typeface="Pretendard"/>
              </a:rPr>
              <a:t>담 당  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3455999"/>
            <a:ext cx="3744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멤버십 상품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007999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8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20000" y="10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20000" y="845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8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20000" y="4607999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20000" y="4607999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000" y="5796000"/>
            <a:ext cx="2304000" cy="3600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_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0" y="6498000"/>
            <a:ext cx="1620000" cy="2465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186200" y="7254000"/>
            <a:ext cx="1011600" cy="3240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BF9F6"/>
                </a:solidFill>
                <a:latin typeface="Pretendard"/>
                <a:ea typeface="Pretendard"/>
                <a:cs typeface="Pretendard"/>
              </a:rPr>
              <a:t>운영부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8478000"/>
            <a:ext cx="23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A96E"/>
                </a:solidFill>
                <a:latin typeface="Playfair Display"/>
                <a:ea typeface="Playfair Display"/>
                <a:cs typeface="Playfair Display"/>
              </a:rPr>
              <a:t>A Day, Well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8719199"/>
            <a:ext cx="2304000" cy="1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 spc="50">
                <a:solidFill>
                  <a:srgbClr val="B79F8A"/>
                </a:solidFill>
                <a:latin typeface="Pretendard"/>
                <a:ea typeface="Pretendard"/>
                <a:cs typeface="Pretendard"/>
              </a:rPr>
              <a:t>하루의 완성, 웰페리온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9039985"/>
            <a:ext cx="2304000" cy="100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650" spc="250" dirty="0">
                <a:solidFill>
                  <a:srgbClr val="8A858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HANNAM · SEOUL</a:t>
            </a:r>
            <a:endParaRPr lang="en-US" altLang="ko-KR" sz="650" spc="250" dirty="0">
              <a:solidFill>
                <a:srgbClr val="8A858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44000" y="6475891"/>
            <a:ext cx="4176000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윤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병</a:t>
            </a:r>
            <a:r>
              <a:rPr lang="en-US"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5200" b="1" i="0" dirty="0" smtClean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현</a:t>
            </a:r>
            <a:endParaRPr sz="5200" b="1" i="0" dirty="0">
              <a:solidFill>
                <a:srgbClr val="221F2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4000" y="7352111"/>
            <a:ext cx="417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어시스트</a:t>
            </a:r>
            <a:r>
              <a:rPr lang="en-US" sz="2000" b="1" i="0" dirty="0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i="0" dirty="0" err="1" smtClean="0">
                <a:solidFill>
                  <a:srgbClr val="C9A96E"/>
                </a:solidFill>
                <a:latin typeface="Pretendard"/>
                <a:ea typeface="Pretendard"/>
                <a:cs typeface="Pretendard"/>
              </a:rPr>
              <a:t>매니저</a:t>
            </a:r>
            <a:endParaRPr sz="2000" b="1" i="0" dirty="0">
              <a:solidFill>
                <a:srgbClr val="C9A9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16000" y="7811999"/>
            <a:ext cx="432000" cy="27940"/>
          </a:xfrm>
          <a:prstGeom prst="rect">
            <a:avLst/>
          </a:prstGeom>
          <a:solidFill>
            <a:srgbClr val="B79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44000" y="7992000"/>
            <a:ext cx="41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spc="200">
                <a:solidFill>
                  <a:srgbClr val="8A8587"/>
                </a:solidFill>
                <a:latin typeface="Pretendard"/>
                <a:ea typeface="Pretendard"/>
                <a:cs typeface="Pretendard"/>
              </a:rPr>
              <a:t>담 당   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0000" y="8244000"/>
            <a:ext cx="3744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221F20"/>
                </a:solidFill>
                <a:latin typeface="Pretendard"/>
                <a:ea typeface="Pretendard"/>
                <a:cs typeface="Pretendard"/>
              </a:rPr>
              <a:t>운영 및 매니저 어시스트 업무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796000"/>
            <a:ext cx="6480000" cy="3600000"/>
          </a:xfrm>
          <a:prstGeom prst="rect">
            <a:avLst/>
          </a:prstGeom>
          <a:noFill/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8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20000" y="57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20000" y="5634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8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20000" y="9396000"/>
            <a:ext cx="1620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20000" y="9396000"/>
            <a:ext cx="9525" cy="162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371</Words>
  <Application>Microsoft Office PowerPoint</Application>
  <PresentationFormat>사용자 지정</PresentationFormat>
  <Paragraphs>111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Noto Sans KR</vt:lpstr>
      <vt:lpstr>Playfair Display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라우열</cp:lastModifiedBy>
  <cp:revision>2</cp:revision>
  <cp:lastPrinted>2026-06-22T09:54:13Z</cp:lastPrinted>
  <dcterms:created xsi:type="dcterms:W3CDTF">2013-01-27T09:14:16Z</dcterms:created>
  <dcterms:modified xsi:type="dcterms:W3CDTF">2026-06-22T09:54:14Z</dcterms:modified>
  <cp:category/>
</cp:coreProperties>
</file>